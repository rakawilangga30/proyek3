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46" d="100"/>
          <a:sy n="46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39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5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5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7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4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8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4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46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5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68B6948-AA80-4D85-B035-6573622F66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EF5CF6-0F67-42A2-A8A6-D023F1D4D8E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73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0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6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1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4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7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0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000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2026-01-02T23:08:19Z</dcterms:created>
  <dcterms:modified xsi:type="dcterms:W3CDTF">2026-01-02T23:09:17Z</dcterms:modified>
</cp:coreProperties>
</file>